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8" r:id="rId3"/>
    <p:sldId id="259" r:id="rId4"/>
    <p:sldId id="257" r:id="rId5"/>
    <p:sldId id="260" r:id="rId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5" d="100"/>
          <a:sy n="95" d="100"/>
        </p:scale>
        <p:origin x="109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авнобедренный треугольник 6"/>
          <p:cNvSpPr/>
          <p:nvPr/>
        </p:nvSpPr>
        <p:spPr>
          <a:xfrm rot="16200000">
            <a:off x="7554353" y="5254283"/>
            <a:ext cx="1892949" cy="1294228"/>
          </a:xfrm>
          <a:prstGeom prst="triangle">
            <a:avLst>
              <a:gd name="adj" fmla="val 51323"/>
            </a:avLst>
          </a:prstGeom>
          <a:gradFill flip="none" rotWithShape="1">
            <a:gsLst>
              <a:gs pos="0">
                <a:schemeClr val="accent1">
                  <a:shade val="30000"/>
                  <a:satMod val="155000"/>
                  <a:alpha val="100000"/>
                </a:schemeClr>
              </a:gs>
              <a:gs pos="60000">
                <a:schemeClr val="accent1">
                  <a:satMod val="160000"/>
                  <a:alpha val="100000"/>
                </a:schemeClr>
              </a:gs>
              <a:gs pos="100000">
                <a:schemeClr val="accent1">
                  <a:tint val="70000"/>
                  <a:satMod val="200000"/>
                  <a:alpha val="100000"/>
                </a:schemeClr>
              </a:gs>
            </a:gsLst>
            <a:lin ang="155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540544" y="776288"/>
            <a:ext cx="8062912" cy="1470025"/>
          </a:xfrm>
        </p:spPr>
        <p:txBody>
          <a:bodyPr anchor="b">
            <a:normAutofit/>
          </a:bodyPr>
          <a:lstStyle>
            <a:lvl1pPr algn="r">
              <a:defRPr sz="440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540544" y="2250280"/>
            <a:ext cx="8062912" cy="1752600"/>
          </a:xfrm>
        </p:spPr>
        <p:txBody>
          <a:bodyPr/>
          <a:lstStyle>
            <a:lvl1pPr marL="0" marR="36576" indent="0" algn="r">
              <a:spcBef>
                <a:spcPts val="0"/>
              </a:spcBef>
              <a:buNone/>
              <a:defRPr>
                <a:ln>
                  <a:solidFill>
                    <a:schemeClr val="bg2"/>
                  </a:solidFill>
                </a:ln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>
          <a:xfrm>
            <a:off x="1371600" y="6012656"/>
            <a:ext cx="5791200" cy="365125"/>
          </a:xfrm>
        </p:spPr>
        <p:txBody>
          <a:bodyPr tIns="0" bIns="0" anchor="t"/>
          <a:lstStyle>
            <a:lvl1pPr algn="r">
              <a:defRPr sz="1000"/>
            </a:lvl1pPr>
          </a:lstStyle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>
          <a:xfrm>
            <a:off x="1371600" y="5650704"/>
            <a:ext cx="5791200" cy="365125"/>
          </a:xfrm>
        </p:spPr>
        <p:txBody>
          <a:bodyPr tIns="0" bIns="0" anchor="b"/>
          <a:lstStyle>
            <a:lvl1pPr algn="r">
              <a:defRPr sz="1100"/>
            </a:lvl1pPr>
          </a:lstStyle>
          <a:p>
            <a:endParaRPr lang="ru-RU" dirty="0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>
          <a:xfrm>
            <a:off x="8392247" y="5752307"/>
            <a:ext cx="502920" cy="365125"/>
          </a:xfrm>
        </p:spPr>
        <p:txBody>
          <a:bodyPr anchor="ctr"/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67494"/>
            <a:ext cx="8229600" cy="1399032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882808"/>
            <a:ext cx="8229600" cy="4572000"/>
          </a:xfrm>
        </p:spPr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791456" y="6480048"/>
            <a:ext cx="2133600" cy="301752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0056" cy="30083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ый треугольник 8"/>
          <p:cNvSpPr/>
          <p:nvPr/>
        </p:nvSpPr>
        <p:spPr>
          <a:xfrm flipV="1">
            <a:off x="7034" y="7034"/>
            <a:ext cx="9129932" cy="6836899"/>
          </a:xfrm>
          <a:prstGeom prst="rtTriangle">
            <a:avLst/>
          </a:prstGeom>
          <a:gradFill flip="none" rotWithShape="1">
            <a:gsLst>
              <a:gs pos="0">
                <a:schemeClr val="tx2">
                  <a:alpha val="10000"/>
                </a:schemeClr>
              </a:gs>
              <a:gs pos="70000">
                <a:schemeClr val="tx2">
                  <a:alpha val="8000"/>
                </a:schemeClr>
              </a:gs>
              <a:gs pos="100000">
                <a:schemeClr val="tx2">
                  <a:alpha val="1000"/>
                </a:schemeClr>
              </a:gs>
            </a:gsLst>
            <a:lin ang="80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algn="ctr" defTabSz="914400" rtl="0" eaLnBrk="1" latinLnBrk="0" hangingPunct="1"/>
            <a:endParaRPr kumimoji="0" lang="en-US" sz="1800" kern="1200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Равнобедренный треугольник 7"/>
          <p:cNvSpPr/>
          <p:nvPr/>
        </p:nvSpPr>
        <p:spPr>
          <a:xfrm rot="5400000" flipV="1">
            <a:off x="7554353" y="309490"/>
            <a:ext cx="1892949" cy="1294228"/>
          </a:xfrm>
          <a:prstGeom prst="triangle">
            <a:avLst>
              <a:gd name="adj" fmla="val 51323"/>
            </a:avLst>
          </a:prstGeom>
          <a:gradFill flip="none" rotWithShape="1">
            <a:gsLst>
              <a:gs pos="0">
                <a:schemeClr val="accent1">
                  <a:shade val="30000"/>
                  <a:satMod val="155000"/>
                  <a:alpha val="100000"/>
                </a:schemeClr>
              </a:gs>
              <a:gs pos="60000">
                <a:schemeClr val="accent1">
                  <a:satMod val="160000"/>
                  <a:alpha val="100000"/>
                </a:schemeClr>
              </a:gs>
              <a:gs pos="100000">
                <a:schemeClr val="accent1">
                  <a:tint val="70000"/>
                  <a:satMod val="200000"/>
                  <a:alpha val="100000"/>
                </a:schemeClr>
              </a:gs>
            </a:gsLst>
            <a:lin ang="155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6955632" y="6477000"/>
            <a:ext cx="2133600" cy="304800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2619376" y="6480969"/>
            <a:ext cx="4260056" cy="30083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451056" y="809624"/>
            <a:ext cx="502920" cy="300831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 rot="10800000">
            <a:off x="6468794" y="9381"/>
            <a:ext cx="2672861" cy="1900210"/>
          </a:xfrm>
          <a:prstGeom prst="line">
            <a:avLst/>
          </a:prstGeom>
          <a:noFill/>
          <a:ln w="6000" cap="rnd" cmpd="sng" algn="ctr">
            <a:solidFill>
              <a:schemeClr val="bg2">
                <a:tint val="50000"/>
                <a:satMod val="200000"/>
                <a:alpha val="4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/>
          <p:nvPr/>
        </p:nvCxnSpPr>
        <p:spPr>
          <a:xfrm flipV="1">
            <a:off x="0" y="7034"/>
            <a:ext cx="9136966" cy="6843933"/>
          </a:xfrm>
          <a:prstGeom prst="line">
            <a:avLst/>
          </a:prstGeom>
          <a:noFill/>
          <a:ln w="5000" cap="rnd" cmpd="sng" algn="ctr">
            <a:solidFill>
              <a:schemeClr val="bg2">
                <a:tint val="55000"/>
                <a:satMod val="200000"/>
                <a:alpha val="3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271464"/>
            <a:ext cx="7239000" cy="1362075"/>
          </a:xfrm>
        </p:spPr>
        <p:txBody>
          <a:bodyPr anchor="ctr"/>
          <a:lstStyle>
            <a:lvl1pPr marL="0" algn="l">
              <a:buNone/>
              <a:defRPr sz="3600" b="1" cap="none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81000" y="1633536"/>
            <a:ext cx="3886200" cy="2286000"/>
          </a:xfrm>
        </p:spPr>
        <p:txBody>
          <a:bodyPr anchor="t"/>
          <a:lstStyle>
            <a:lvl1pPr marL="54864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algn="l"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722437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722437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3600" cy="301752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0056" cy="301752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7589520" y="6480969"/>
            <a:ext cx="502920" cy="301752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8198" y="290732"/>
            <a:ext cx="1066800" cy="6153912"/>
          </a:xfrm>
        </p:spPr>
        <p:txBody>
          <a:bodyPr vert="vert270" anchor="b"/>
          <a:lstStyle>
            <a:lvl1pPr marL="0" algn="ctr">
              <a:defRPr sz="3300" b="1">
                <a:ln w="6350"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365006" y="290732"/>
            <a:ext cx="581024" cy="3017520"/>
          </a:xfrm>
          <a:solidFill>
            <a:schemeClr val="bg1"/>
          </a:solidFill>
          <a:ln w="12700">
            <a:noFill/>
          </a:ln>
        </p:spPr>
        <p:txBody>
          <a:bodyPr vert="vert270" anchor="ctr"/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1365006" y="3427124"/>
            <a:ext cx="581024" cy="3017520"/>
          </a:xfrm>
          <a:solidFill>
            <a:schemeClr val="bg1"/>
          </a:solidFill>
          <a:ln w="12700">
            <a:noFill/>
          </a:ln>
        </p:spPr>
        <p:txBody>
          <a:bodyPr vert="vert270" anchor="ctr"/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2022230" y="290732"/>
            <a:ext cx="6858000" cy="3017520"/>
          </a:xfrm>
        </p:spPr>
        <p:txBody>
          <a:bodyPr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2022230" y="3427124"/>
            <a:ext cx="6858000" cy="30175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0552" cy="301752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>
          <a:xfrm>
            <a:off x="457200" y="6480969"/>
            <a:ext cx="4261104" cy="301752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7589520" y="6483096"/>
            <a:ext cx="502920" cy="301752"/>
          </a:xfrm>
        </p:spPr>
        <p:txBody>
          <a:bodyPr/>
          <a:lstStyle>
            <a:lvl1pPr algn="ctr">
              <a:defRPr/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>
          <a:xfrm>
            <a:off x="4791456" y="6480969"/>
            <a:ext cx="2133600" cy="301752"/>
          </a:xfrm>
        </p:spPr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>
          <a:xfrm>
            <a:off x="457200" y="6481890"/>
            <a:ext cx="4260056" cy="30083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589520" y="6480969"/>
            <a:ext cx="502920" cy="301752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456" y="367664"/>
            <a:ext cx="914400" cy="5943600"/>
          </a:xfrm>
        </p:spPr>
        <p:txBody>
          <a:bodyPr vert="vert270" anchor="b"/>
          <a:lstStyle>
            <a:lvl1pPr marL="0" marR="18288" algn="r">
              <a:spcBef>
                <a:spcPts val="0"/>
              </a:spcBef>
              <a:buNone/>
              <a:defRPr sz="2900" b="0" cap="all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1135856" y="367664"/>
            <a:ext cx="2438400" cy="59436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651250" y="320040"/>
            <a:ext cx="5276088" cy="5989320"/>
          </a:xfrm>
        </p:spPr>
        <p:txBody>
          <a:bodyPr/>
          <a:lstStyle>
            <a:lvl1pPr>
              <a:spcBef>
                <a:spcPts val="0"/>
              </a:spcBef>
              <a:defRPr sz="30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6278976" y="6556248"/>
            <a:ext cx="2133600" cy="301752"/>
          </a:xfrm>
        </p:spPr>
        <p:txBody>
          <a:bodyPr/>
          <a:lstStyle>
            <a:lvl1pPr>
              <a:defRPr sz="900"/>
            </a:lvl1pPr>
          </a:lstStyle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1135856" y="6556248"/>
            <a:ext cx="5143120" cy="301752"/>
          </a:xfrm>
        </p:spPr>
        <p:txBody>
          <a:bodyPr/>
          <a:lstStyle>
            <a:lvl1pPr>
              <a:defRPr sz="9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410576" y="6556248"/>
            <a:ext cx="502920" cy="301752"/>
          </a:xfrm>
        </p:spPr>
        <p:txBody>
          <a:bodyPr/>
          <a:lstStyle>
            <a:lvl1pPr>
              <a:defRPr sz="900"/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456" y="150896"/>
            <a:ext cx="914400" cy="6400800"/>
          </a:xfrm>
        </p:spPr>
        <p:txBody>
          <a:bodyPr vert="vert270" anchor="b"/>
          <a:lstStyle>
            <a:lvl1pPr marL="0" algn="l">
              <a:buNone/>
              <a:defRPr sz="3000" b="0" cap="all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138237" y="373966"/>
            <a:ext cx="7333488" cy="5486400"/>
          </a:xfrm>
          <a:solidFill>
            <a:schemeClr val="bg2">
              <a:shade val="5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dirty="0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143000" y="5867400"/>
            <a:ext cx="7333488" cy="685800"/>
          </a:xfrm>
          <a:solidFill>
            <a:schemeClr val="accent1">
              <a:alpha val="15000"/>
            </a:schemeClr>
          </a:solidFill>
          <a:ln>
            <a:solidFill>
              <a:schemeClr val="accent1"/>
            </a:solidFill>
            <a:miter lim="800000"/>
          </a:ln>
        </p:spPr>
        <p:txBody>
          <a:bodyPr/>
          <a:lstStyle>
            <a:lvl1pPr marL="0" indent="0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6108192" y="6556248"/>
            <a:ext cx="2103120" cy="301752"/>
          </a:xfrm>
        </p:spPr>
        <p:txBody>
          <a:bodyPr/>
          <a:lstStyle>
            <a:lvl1pPr>
              <a:defRPr sz="900"/>
            </a:lvl1pPr>
          </a:lstStyle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1170432" y="6557169"/>
            <a:ext cx="4948072" cy="301752"/>
          </a:xfrm>
        </p:spPr>
        <p:txBody>
          <a:bodyPr/>
          <a:lstStyle>
            <a:lvl1pPr>
              <a:defRPr sz="9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217192" y="6556248"/>
            <a:ext cx="365760" cy="301752"/>
          </a:xfrm>
        </p:spPr>
        <p:txBody>
          <a:bodyPr/>
          <a:lstStyle>
            <a:lvl1pPr algn="ctr">
              <a:defRPr sz="900"/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381000"/>
            <a:ext cx="1905000" cy="5486400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 10"/>
          <p:cNvSpPr/>
          <p:nvPr/>
        </p:nvSpPr>
        <p:spPr>
          <a:xfrm>
            <a:off x="7034" y="14068"/>
            <a:ext cx="9129932" cy="6836899"/>
          </a:xfrm>
          <a:prstGeom prst="rtTriangle">
            <a:avLst/>
          </a:prstGeom>
          <a:gradFill flip="none" rotWithShape="1">
            <a:gsLst>
              <a:gs pos="0">
                <a:schemeClr val="tx2">
                  <a:alpha val="10000"/>
                </a:schemeClr>
              </a:gs>
              <a:gs pos="70000">
                <a:schemeClr val="tx2">
                  <a:alpha val="8000"/>
                </a:schemeClr>
              </a:gs>
              <a:gs pos="100000">
                <a:schemeClr val="tx2">
                  <a:alpha val="1000"/>
                </a:schemeClr>
              </a:gs>
            </a:gsLst>
            <a:lin ang="8000000" scaled="1"/>
            <a:tileRect/>
          </a:gra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0" y="7034"/>
            <a:ext cx="9136966" cy="6843933"/>
          </a:xfrm>
          <a:prstGeom prst="line">
            <a:avLst/>
          </a:prstGeom>
          <a:noFill/>
          <a:ln w="5000" cap="rnd" cmpd="sng" algn="ctr">
            <a:solidFill>
              <a:schemeClr val="bg2">
                <a:tint val="55000"/>
                <a:satMod val="200000"/>
                <a:alpha val="3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 rot="10800000" flipV="1">
            <a:off x="6468794" y="4948410"/>
            <a:ext cx="2672861" cy="1900210"/>
          </a:xfrm>
          <a:prstGeom prst="line">
            <a:avLst/>
          </a:prstGeom>
          <a:noFill/>
          <a:ln w="6000" cap="rnd" cmpd="sng" algn="ctr">
            <a:solidFill>
              <a:schemeClr val="bg2">
                <a:tint val="50000"/>
                <a:satMod val="200000"/>
                <a:alpha val="4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67494"/>
            <a:ext cx="8229600" cy="1399032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882808"/>
            <a:ext cx="8229600" cy="4572000"/>
          </a:xfrm>
          <a:prstGeom prst="rect">
            <a:avLst/>
          </a:prstGeom>
        </p:spPr>
        <p:txBody>
          <a:bodyPr vert="horz" anchor="t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4791456" y="6480969"/>
            <a:ext cx="2133600" cy="301752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 b="0">
                <a:solidFill>
                  <a:schemeClr val="tx1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457200" y="6481890"/>
            <a:ext cx="4260056" cy="300831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7589520" y="6480969"/>
            <a:ext cx="502920" cy="301752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marL="484632" algn="l" rtl="0" eaLnBrk="1" latinLnBrk="0" hangingPunct="1">
        <a:spcBef>
          <a:spcPct val="0"/>
        </a:spcBef>
        <a:buNone/>
        <a:defRPr kumimoji="0" sz="4200" kern="1200">
          <a:ln w="6350">
            <a:solidFill>
              <a:schemeClr val="accent1">
                <a:shade val="43000"/>
              </a:schemeClr>
            </a:solidFill>
          </a:ln>
          <a:solidFill>
            <a:schemeClr val="accent1">
              <a:tint val="83000"/>
              <a:satMod val="150000"/>
            </a:schemeClr>
          </a:solidFill>
          <a:effectLst>
            <a:outerShdw blurRad="26000" dist="26000" dir="145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448056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85750" algn="l" rtl="0" eaLnBrk="1" latinLnBrk="0" hangingPunct="1">
        <a:spcBef>
          <a:spcPct val="20000"/>
        </a:spcBef>
        <a:buClr>
          <a:schemeClr val="accent1"/>
        </a:buClr>
        <a:buSzPct val="95000"/>
        <a:buFont typeface="Verdana"/>
        <a:buChar char="›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8600" algn="l" rtl="0" eaLnBrk="1" latinLnBrk="0" hangingPunct="1">
        <a:spcBef>
          <a:spcPct val="200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10312" algn="l" rtl="0" eaLnBrk="1" latinLnBrk="0" hangingPunct="1">
        <a:spcBef>
          <a:spcPct val="20000"/>
        </a:spcBef>
        <a:buClr>
          <a:schemeClr val="accent1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084832" indent="-210312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14600" indent="-182880" algn="l" rtl="0" eaLnBrk="1" latinLnBrk="0" hangingPunct="1">
        <a:spcBef>
          <a:spcPct val="20000"/>
        </a:spcBef>
        <a:buClr>
          <a:schemeClr val="accent1">
            <a:tint val="75000"/>
          </a:schemeClr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5496" y="1988840"/>
            <a:ext cx="8712968" cy="1470025"/>
          </a:xfrm>
        </p:spPr>
        <p:txBody>
          <a:bodyPr>
            <a:normAutofit/>
          </a:bodyPr>
          <a:lstStyle/>
          <a:p>
            <a:r>
              <a:rPr lang="ru-RU" sz="4000" dirty="0" smtClean="0"/>
              <a:t>Проект «Робот-пицццемейкер»</a:t>
            </a: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9552" y="5105400"/>
            <a:ext cx="8062912" cy="1752600"/>
          </a:xfrm>
        </p:spPr>
        <p:txBody>
          <a:bodyPr/>
          <a:lstStyle/>
          <a:p>
            <a:r>
              <a:rPr lang="ru-RU" dirty="0" smtClean="0"/>
              <a:t>Работал, как ни странно, Печерин Егор.</a:t>
            </a:r>
          </a:p>
          <a:p>
            <a:r>
              <a:rPr lang="ru-RU" dirty="0" smtClean="0"/>
              <a:t>99.9% написано именно мной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499481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программы: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Расписание трех функций: </a:t>
            </a:r>
            <a:r>
              <a:rPr lang="en-US" dirty="0" smtClean="0"/>
              <a:t>registration, menu </a:t>
            </a:r>
            <a:r>
              <a:rPr lang="ru-RU" dirty="0" smtClean="0"/>
              <a:t>и </a:t>
            </a:r>
            <a:r>
              <a:rPr lang="en-US" dirty="0" smtClean="0"/>
              <a:t>food_choose_and_chekque</a:t>
            </a:r>
            <a:r>
              <a:rPr lang="ru-RU" dirty="0" smtClean="0"/>
              <a:t>;</a:t>
            </a:r>
            <a:endParaRPr lang="en-US" dirty="0" smtClean="0"/>
          </a:p>
          <a:p>
            <a:r>
              <a:rPr lang="ru-RU" dirty="0" smtClean="0"/>
              <a:t>Потом их поочередный вызов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8582922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260648"/>
            <a:ext cx="8640960" cy="1399032"/>
          </a:xfrm>
        </p:spPr>
        <p:txBody>
          <a:bodyPr/>
          <a:lstStyle/>
          <a:p>
            <a:r>
              <a:rPr lang="ru-RU" dirty="0" smtClean="0"/>
              <a:t>Из требований к программе: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Отсутствуют: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Рекурсия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Декораторы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Учет ост. </a:t>
            </a:r>
            <a:r>
              <a:rPr lang="ru-RU" dirty="0"/>
              <a:t>п</a:t>
            </a:r>
            <a:r>
              <a:rPr lang="ru-RU" dirty="0" smtClean="0"/>
              <a:t>родуктов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База данных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639157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проекта: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Зарегистрировать пользователя</a:t>
            </a:r>
            <a:r>
              <a:rPr lang="en-US" dirty="0" smtClean="0"/>
              <a:t>;</a:t>
            </a:r>
          </a:p>
          <a:p>
            <a:r>
              <a:rPr lang="ru-RU" dirty="0" smtClean="0"/>
              <a:t>Показать меню;</a:t>
            </a:r>
          </a:p>
          <a:p>
            <a:r>
              <a:rPr lang="ru-RU" dirty="0" smtClean="0"/>
              <a:t>Принять заказ пользователя;</a:t>
            </a:r>
          </a:p>
          <a:p>
            <a:r>
              <a:rPr lang="ru-RU" dirty="0" smtClean="0"/>
              <a:t>Провести оплату (если наличными, то рассчитать сдачу</a:t>
            </a:r>
            <a:r>
              <a:rPr lang="ru-RU" dirty="0" smtClean="0"/>
              <a:t>);</a:t>
            </a:r>
            <a:endParaRPr lang="en-US" dirty="0" smtClean="0"/>
          </a:p>
          <a:p>
            <a:r>
              <a:rPr lang="ru-RU" dirty="0" smtClean="0"/>
              <a:t>Выдать чек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776373195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2564904"/>
            <a:ext cx="8229600" cy="1399032"/>
          </a:xfrm>
        </p:spPr>
        <p:txBody>
          <a:bodyPr/>
          <a:lstStyle/>
          <a:p>
            <a:r>
              <a:rPr lang="ru-RU" dirty="0" smtClean="0"/>
              <a:t>Спасибо за внимание!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67922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Яркая">
  <a:themeElements>
    <a:clrScheme name="Яркая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Яркая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Яркая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8000"/>
                <a:satMod val="230000"/>
              </a:schemeClr>
            </a:gs>
            <a:gs pos="60000">
              <a:schemeClr val="phClr">
                <a:shade val="92000"/>
                <a:satMod val="230000"/>
              </a:schemeClr>
            </a:gs>
            <a:gs pos="100000">
              <a:schemeClr val="phClr">
                <a:tint val="85000"/>
                <a:satMod val="40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200"/>
                <a:satMod val="150000"/>
              </a:schemeClr>
              <a:schemeClr val="phClr">
                <a:tint val="90000"/>
                <a:satMod val="150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Verve</Template>
  <TotalTime>24</TotalTime>
  <Words>79</Words>
  <Application>Microsoft Office PowerPoint</Application>
  <PresentationFormat>Экран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Century Gothic</vt:lpstr>
      <vt:lpstr>Verdana</vt:lpstr>
      <vt:lpstr>Wingdings 2</vt:lpstr>
      <vt:lpstr>Яркая</vt:lpstr>
      <vt:lpstr>Проект «Робот-пицццемейкер»</vt:lpstr>
      <vt:lpstr>Структура программы:</vt:lpstr>
      <vt:lpstr>Из требований к программе:</vt:lpstr>
      <vt:lpstr>Цель проекта:</vt:lpstr>
      <vt:lpstr>Спасибо за внимание!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«Робот пицццемейкер»</dc:title>
  <dc:creator>Larisa</dc:creator>
  <cp:lastModifiedBy>student</cp:lastModifiedBy>
  <cp:revision>5</cp:revision>
  <dcterms:created xsi:type="dcterms:W3CDTF">2025-11-29T00:42:09Z</dcterms:created>
  <dcterms:modified xsi:type="dcterms:W3CDTF">2025-11-29T05:31:19Z</dcterms:modified>
</cp:coreProperties>
</file>