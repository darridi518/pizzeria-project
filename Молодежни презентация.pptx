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57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ый треугольник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Равнобедренный треугольник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496" y="1988840"/>
            <a:ext cx="8712968" cy="1470025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Проект «Робот-</a:t>
            </a:r>
            <a:r>
              <a:rPr lang="ru-RU" sz="4000" dirty="0" smtClean="0"/>
              <a:t>пицццемейкер</a:t>
            </a:r>
            <a:r>
              <a:rPr lang="ru-RU" sz="4000" dirty="0" smtClean="0"/>
              <a:t>»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5105400"/>
            <a:ext cx="8062912" cy="1752600"/>
          </a:xfrm>
        </p:spPr>
        <p:txBody>
          <a:bodyPr/>
          <a:lstStyle/>
          <a:p>
            <a:r>
              <a:rPr lang="ru-RU" dirty="0" smtClean="0"/>
              <a:t>Работал, как ни странно, </a:t>
            </a:r>
            <a:r>
              <a:rPr lang="ru-RU" dirty="0" smtClean="0"/>
              <a:t>Печерин</a:t>
            </a:r>
            <a:r>
              <a:rPr lang="ru-RU" dirty="0" smtClean="0"/>
              <a:t> Егор.</a:t>
            </a:r>
          </a:p>
          <a:p>
            <a:r>
              <a:rPr lang="ru-RU" dirty="0" smtClean="0"/>
              <a:t>99.9% написано именно мной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49948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программы: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Расписание трех функций: </a:t>
            </a:r>
            <a:r>
              <a:rPr lang="en-US" dirty="0" smtClean="0"/>
              <a:t>registration, menu </a:t>
            </a:r>
            <a:r>
              <a:rPr lang="ru-RU" dirty="0" smtClean="0"/>
              <a:t>и </a:t>
            </a:r>
            <a:r>
              <a:rPr lang="en-US" dirty="0" smtClean="0"/>
              <a:t>food_choose_and_chekque</a:t>
            </a:r>
            <a:r>
              <a:rPr lang="ru-RU" dirty="0" smtClean="0"/>
              <a:t>;</a:t>
            </a:r>
            <a:endParaRPr lang="en-US" dirty="0" smtClean="0"/>
          </a:p>
          <a:p>
            <a:r>
              <a:rPr lang="ru-RU" dirty="0" smtClean="0"/>
              <a:t>Потом их поочередный вызов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85829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640960" cy="1399032"/>
          </a:xfrm>
        </p:spPr>
        <p:txBody>
          <a:bodyPr/>
          <a:lstStyle/>
          <a:p>
            <a:r>
              <a:rPr lang="ru-RU" dirty="0" smtClean="0"/>
              <a:t>Из требований к программе: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Отсутствуют: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Рекурсия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Декораторы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Учет ост. </a:t>
            </a:r>
            <a:r>
              <a:rPr lang="ru-RU" dirty="0"/>
              <a:t>п</a:t>
            </a:r>
            <a:r>
              <a:rPr lang="ru-RU" dirty="0" smtClean="0"/>
              <a:t>родуктов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База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3915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проекта: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Зарегистрировать пользователя</a:t>
            </a:r>
            <a:r>
              <a:rPr lang="en-US" dirty="0" smtClean="0"/>
              <a:t>;</a:t>
            </a:r>
          </a:p>
          <a:p>
            <a:r>
              <a:rPr lang="ru-RU" dirty="0" smtClean="0"/>
              <a:t>Показать меню;</a:t>
            </a:r>
          </a:p>
          <a:p>
            <a:r>
              <a:rPr lang="ru-RU" dirty="0" smtClean="0"/>
              <a:t>Принять заказ пользователя;</a:t>
            </a:r>
          </a:p>
          <a:p>
            <a:r>
              <a:rPr lang="ru-RU" dirty="0" smtClean="0"/>
              <a:t>Провести оплату (если наличными, то рассчитать сдачу);</a:t>
            </a:r>
          </a:p>
          <a:p>
            <a:r>
              <a:rPr lang="ru-RU" dirty="0" smtClean="0"/>
              <a:t>После проведения оплаты пользователю остается </a:t>
            </a:r>
            <a:r>
              <a:rPr lang="en-US" dirty="0" smtClean="0"/>
              <a:t>“</a:t>
            </a:r>
            <a:r>
              <a:rPr lang="ru-RU" dirty="0" smtClean="0"/>
              <a:t>ждать</a:t>
            </a:r>
            <a:r>
              <a:rPr lang="en-US" dirty="0" smtClean="0"/>
              <a:t>”</a:t>
            </a:r>
            <a:r>
              <a:rPr lang="ru-RU" dirty="0" smtClean="0"/>
              <a:t> своего заказа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637319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ркая">
  <a:themeElements>
    <a:clrScheme name="Яркая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Ярк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Яркая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23</TotalTime>
  <Words>83</Words>
  <Application>Microsoft Office PowerPoint</Application>
  <PresentationFormat>Экран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Яркая</vt:lpstr>
      <vt:lpstr>Проект «Робот-пицццемейкер»</vt:lpstr>
      <vt:lpstr>Структура программы:</vt:lpstr>
      <vt:lpstr>Из требований к программе:</vt:lpstr>
      <vt:lpstr>Цель проекта: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«Робот пицццемейкер»</dc:title>
  <dc:creator>Larisa</dc:creator>
  <cp:lastModifiedBy>Лариса</cp:lastModifiedBy>
  <cp:revision>4</cp:revision>
  <dcterms:created xsi:type="dcterms:W3CDTF">2025-11-29T00:42:09Z</dcterms:created>
  <dcterms:modified xsi:type="dcterms:W3CDTF">2025-11-29T01:17:28Z</dcterms:modified>
</cp:coreProperties>
</file>